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81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6035040"/>
            <a:ext cx="6766560" cy="1097280"/>
          </a:xfrm>
          <a:prstGeom prst="roundRect">
            <a:avLst/>
          </a:prstGeom>
          <a:solidFill>
            <a:srgbClr val="1C9EA0">
              <a:alpha val="30000"/>
            </a:srgbClr>
          </a:solidFill>
          <a:ln w="12700">
            <a:solidFill>
              <a:srgbClr val="1C9EA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92110" y="-64008"/>
            <a:ext cx="7315200" cy="1097280"/>
          </a:xfrm>
          <a:prstGeom prst="roundRect">
            <a:avLst/>
          </a:prstGeom>
          <a:solidFill>
            <a:srgbClr val="FFB86B">
              <a:alpha val="22000"/>
            </a:srgbClr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2296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Brainy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Quiz-Based Learning Platform (Statistics &amp; Engineering)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• Jan 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" y="4823460"/>
            <a:ext cx="6903720" cy="15087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6012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5760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Neelam Enosh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CSE 24-582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60120" y="57607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537028" y="553212"/>
            <a:ext cx="3429000" cy="53949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65628" y="781812"/>
            <a:ext cx="2971800" cy="164592"/>
          </a:xfrm>
          <a:prstGeom prst="round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pic>
        <p:nvPicPr>
          <p:cNvPr id="14" name="Image 1" descr="/Users/user/Documents/stats-mastermind-main/public/neelam-eno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2808" y="1033272"/>
            <a:ext cx="2377440" cy="2788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857068" y="398221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857068" y="4256532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github.com/neelamenosh/Brainy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brainy-eta.vercel.app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30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Goal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54880" cy="54864"/>
          </a:xfrm>
          <a:prstGeom prst="rect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108356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5740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fast, structured practice for engineering/statistics concepts.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deliver quiz-based learning with clear scoring + repeat practice.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over time and store results per category.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role-based usage (Student + Faculty/Admin workflows).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5897880"/>
            <a:ext cx="1956816" cy="384048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971032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5897880"/>
            <a:ext cx="1847088" cy="384048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597103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7640" y="5897880"/>
            <a:ext cx="2505456" cy="384048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5971032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Postgres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30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54880" cy="54864"/>
          </a:xfrm>
          <a:prstGeom prst="rect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548640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242316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courses &amp; quiz categories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quizzes and get instant scoring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 history (by category, latest first)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 with modern glass/gradient theme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1206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Roles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66560" y="242316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 with hashed passwords (bcrypt)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refresh token flow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&amp; role checks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Faculty/Admin endpoints for student oversight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30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54880" cy="54864"/>
          </a:xfrm>
          <a:prstGeom prst="rect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108356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E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3774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• TypeScript • Vite • Tailwind • shadcn/ui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3375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• Express • CORS allowlist • cookie-parser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42976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• Prisma ORM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E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52578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• bcrypt password hashing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30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54880" cy="54864"/>
          </a:xfrm>
          <a:prstGeom prst="rect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3291840" cy="10972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Vite)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26280" y="2103120"/>
            <a:ext cx="3291840" cy="10972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240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(Express)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83880" y="2103120"/>
            <a:ext cx="3291840" cy="10972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2240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2423160"/>
            <a:ext cx="914400" cy="457200"/>
          </a:xfrm>
          <a:prstGeom prst="rightArrow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2423160"/>
            <a:ext cx="914400" cy="457200"/>
          </a:xfrm>
          <a:prstGeom prst="rightArrow">
            <a:avLst/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566160"/>
            <a:ext cx="10835640" cy="2926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8620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calls API via /api/* (dev proxy supported).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JWT access token + refresh token; protected routes verify role.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persisted with Prisma models: User, QuizCategory, QuizQuestion, QuizAttempt.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allowlist supports localhost + *.vercel.app deployments.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30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54880" cy="54864"/>
          </a:xfrm>
          <a:prstGeom prst="rect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108356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E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286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rollNumber, fullName, email, department, role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QuizCategory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063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courseName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QuizQuestion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3840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questionText, options(JSON), correctIndex, order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E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QuizAttempt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617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categoryId, score, total, percentage, createdAt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5303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User → QuizAttempt → QuizCategory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30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 Endpoints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54880" cy="54864"/>
          </a:xfrm>
          <a:prstGeom prst="rect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108356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E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240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/api/auth/register, /login, /refresh-token, /logout, /verify, /me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154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/api/quiz/categories, /results (POST save), /results (GET list)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/api/student/results (Student role only)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Faculty/Admin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/api/faculty/* and /api/admin/* routes for reporting + oversight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30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54880" cy="54864"/>
          </a:xfrm>
          <a:prstGeom prst="rect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108356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5740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page: course overview, testimonials, call-to-action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pages: Register + Login with role handling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flow: category → questions → score → save results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page: view attempt history (percentage + category)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About page: profile, skills, links, photo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30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Reliability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54880" cy="54864"/>
          </a:xfrm>
          <a:prstGeom prst="rect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108356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5740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bcrypt hashes (never plaintext).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protected endpoints and role checks.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allowlist + *.vercel.app support for safe deployments.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 enforces relationships + unique constraints.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pipeline: Vite production build verifies compile health.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30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93776"/>
            <a:ext cx="12191695" cy="27432"/>
          </a:xfrm>
          <a:prstGeom prst="rect">
            <a:avLst/>
          </a:prstGeom>
          <a:solidFill>
            <a:srgbClr val="1FE7C6"/>
          </a:solidFill>
          <a:ln w="12700">
            <a:solidFill>
              <a:srgbClr val="1FE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Improvements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54880" cy="54864"/>
          </a:xfrm>
          <a:prstGeom prst="rect">
            <a:avLst/>
          </a:prstGeom>
          <a:solidFill>
            <a:srgbClr val="1C9EA0"/>
          </a:solidFill>
          <a:ln w="12700">
            <a:solidFill>
              <a:srgbClr val="1C9E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108356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432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5740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 management (admin UI) + bulk imports.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analytics dashboards (faculty/admin + student trends).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testing (API + UI) and CI checks.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Refresh-token rotation + rate limiting for auth endpoints.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courses/subjects, search, filters, and pagination.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563</Words>
  <Application>Microsoft Macintosh PowerPoint</Application>
  <PresentationFormat>Widescreen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neelam enosh</cp:lastModifiedBy>
  <cp:revision>2</cp:revision>
  <dcterms:created xsi:type="dcterms:W3CDTF">2026-01-21T20:12:09Z</dcterms:created>
  <dcterms:modified xsi:type="dcterms:W3CDTF">2026-01-21T21:42:22Z</dcterms:modified>
</cp:coreProperties>
</file>